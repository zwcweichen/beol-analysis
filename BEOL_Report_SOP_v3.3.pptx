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BEOL 分析戰報　操作 SOP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v3.3　｜　從匯入資料到匯出 PPT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適用：製程整合工程師、產品工程師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工具：BEOL_Report.html（單一 HTML、離線、資料不離開這台電腦）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2026-10-19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操作流程：七個步驟，大多數情況只要做 1、3、4、6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正常資料 3 分鐘內完成：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拖入檔案 → 看前處理橫幅 → 讀戰報 → 匯出 PPT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設定頁只有在自動判斷錯誤（欄位、BSL、CIP）時才需要進去改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310205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47088"/>
            <a:ext cx="7615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取得並開啟工具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58845" y="1965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78885" y="1737360"/>
            <a:ext cx="13102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8613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36085" y="1847088"/>
            <a:ext cx="7615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 Excel／CSV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89089" y="1965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09129" y="1737360"/>
            <a:ext cx="1310205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18857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266329" y="1847088"/>
            <a:ext cx="7615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確認設定（必要時）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19334" y="1965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39374" y="1737360"/>
            <a:ext cx="13102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49102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896574" y="1847088"/>
            <a:ext cx="7615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前處理：單位／重複／極端值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49578" y="1965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69618" y="1737360"/>
            <a:ext cx="1310205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7934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526818" y="1847088"/>
            <a:ext cx="7615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讀戰報：點燈表與 HL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379823" y="1965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99863" y="1737360"/>
            <a:ext cx="13102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09591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157063" y="1847088"/>
            <a:ext cx="7615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深入檢查：🔍 與機台分析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010067" y="1965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330107" y="1737360"/>
            <a:ext cx="1310205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439835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787307" y="1847088"/>
            <a:ext cx="7615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匯出：PPT／HTML／文字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29900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6384" y="292608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每一步要看什麼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5029200"/>
                <a:gridCol w="359359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畫面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要確認的事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完成訊號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空白頁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檔案能開、版本號 v3.3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出現拖放區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設定／戰報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檔案列數與 wafer 數合理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右上角「已讀取」提示、自動跳到戰報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⚙ 設定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Wafer ID、Condition、BSL、CIP、量測 item 的類別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按「產生戰報」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⓪ 前處理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疑似單位不同、重複 wafer、極端離群值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戰報頂端的橘色橫幅消失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① 戰報總覽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橘／黃數量、HL 清單、建議檢查的 ✔○✘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知道要先查哪一件事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檢查視窗／機台分析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相關方向、哪台機台、要不要補資料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必要時連結第二份資料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上方按鈕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HL 細節選項（自動／只橘燈／全部）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下載 PPT、複製結論文字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　取得並開啟工具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能下載檔案的電腦：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雙擊 BEOL_Report.html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（6 MB，含全部程式庫，離線可用）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只能複製程式碼的電腦：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make_BEOL_Analysis.py 貼進記事本存檔，執行 python make_BEOL_Analysis.py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，會在目前位置展開整個 BEOL_Analysis 資料夾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有網路的電腦：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BEOL_Report_lite.html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（0.3 MB，程式庫從 cdn.jsdelivr.net 載入）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11" y="2194560"/>
            <a:ext cx="6889898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8411" y="2194560"/>
            <a:ext cx="6889898" cy="411480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63550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開啟後的空白頁：拖放區與上方功能列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863840" y="225856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01584" y="21945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25603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瀏覽器：Edge／Chrome（不需要安裝任何東西）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產生器：Python 3.8 以上，不需要套件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範例資料：sample_data\（需 pandas、openpyxl 才能重生）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資料只在瀏覽器內處理，不上傳。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63840" y="454456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01584" y="44805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48463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BEOL_Report.html　完整版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BEOL_Report_lite.html　輕量版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make_BEOL_Analysis.py　產生器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docs\REVIEW_LOG.xlsx　自審紀錄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docs\PPT_STYLE.md　PPT 公版規則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　匯入資料：拖放 Excel／CSV，格式自動辨識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by wafer（每片一列）、by site（每片多列）、長表（Item／Value 欄）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；多工作表可在設定頁切換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最低欄位需求：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Wafer ID、Condition（BSL／CIP 的值）、至少一個量測欄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；日期、分組（Part／Product）、Lot、機台欄為選用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日期格式：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2026/04/01、2026-04-01 08:00、01-08-2026、20260401、2026年4月1日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都可以，同一欄混用也可以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11" y="2194560"/>
            <a:ext cx="6889898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8411" y="2194560"/>
            <a:ext cx="6889898" cy="411480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63550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匯入後若自動判斷有疑慮，會停在設定頁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863840" y="225856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01584" y="21945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欄名怎麼被辨識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256032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Rs／Con → 金屬線阻值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LK／Leak → 線間漏電（median 倍數）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 → 固定值異常率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Rc／Via → via 阻值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CD／THK／DISH → inline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Yield／Bin → yield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層別：名稱中的 M12、V12、TM2、TV2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辨識錯誤 → 設定頁第 4 區塊手動改類別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63840" y="545896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01584" y="53949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常見失敗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5760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只有一個 condition → 無法比較，會停在設定頁要求指定 BSL／CIP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3　確認設定：四個區塊，自動判斷錯了才改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資料來源：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工作表、資料粒度（by wafer mean／by site）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比較條件：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Condition 欄、Baseline、要比的 CIP（可多選）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欄位：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Wafer ID、日期、分組欄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量測項目：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勾選要分析的 item，下拉改類別（Rs／LK／SPA／Rc／CD／THK／Yield／其他）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280" y="2468880"/>
            <a:ext cx="40574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00280" y="2468880"/>
            <a:ext cx="4057440" cy="38404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635508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設定頁（整頁）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75120" y="25328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12864" y="2468880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8346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 預設 = 樣本數最多、或名稱含 POR／BSL 的條件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CIP 預設 = 其他全部條件；可取消勾選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分組欄預設 = 2–60 個 level 的文字欄（例：Part6）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「其他」類別：點燈但不做配對（例：THK_R、_SD 這類衍生統計）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改完任何設定都要按「產生戰報 →」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75120" y="500176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12864" y="4937760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5303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在戰報頁上方的 Condition 列直接改：K 綠 ≤ 1σ、橘 &gt; 1.5σ；LK 倍數 ×2／×5；SPA 異常率差 2／5 %pt；變異 σ 倍數 ×1.3／×1.6。改完即重算，設定會記在這台電腦。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4　前處理：系統只預警，刪不刪由你決定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戰報頂端出現橘色橫幅「前處理有 n 項待確認」→ 點「查看」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三個區塊：疑似單位不同、重複的 wafer、極端離群值；處理後整份戰報自動重算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沒有問題時三個區塊都顯示「沒有發現」，可以跳過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397" y="2011680"/>
            <a:ext cx="6869927" cy="1097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8397" y="2011680"/>
            <a:ext cx="6869927" cy="10972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1546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戰報頁的待確認橫幅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619" y="3383280"/>
            <a:ext cx="4899483" cy="29260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573619" y="3383280"/>
            <a:ext cx="4899483" cy="29260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63550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前處理分頁（範例：Rs 單位 ×1000、Yield 小數）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863840" y="20756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101584" y="201168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怎麼處置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2377440"/>
          <a:ext cx="3749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區塊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疑似單位不同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按「CIP 值 ×0.001」一鍵換算；只動該 CIP；可取消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重複的 wafer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保留全部／取平均／保留第一列／全部移除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極端離群值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勾選 → 「移除勾選的點」；只把該 wafer 的該 item 設空；圖上可點或框選加入；「還原」可回復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7863840" y="4937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判定：同組同條件內 |修正 z| &gt; 6（MAD）；尾端成群的點視為真實分布，不列入。K-shift 仍用平均值。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5　讀戰報：點燈表看全貌，HL 清單看順序，建議檢查看下一步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左：點燈表　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 = 偏移量（σ、倍數、%pt），顏色 = 燈號；點格子開 trend 視窗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右：異常 HL　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橘燈在前；點一列看細節：數字、trend、配對圖、建議檢查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有對上　△ 關聯弱　✘ 未對上　○ 缺資料（點 🔍 進檢查視窗）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11" y="2194560"/>
            <a:ext cx="6889898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8411" y="2194560"/>
            <a:ext cx="6889898" cy="411480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63550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戰報總覽（WAT 模組）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194560"/>
            <a:ext cx="3931920" cy="297436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772400" y="2194560"/>
            <a:ext cx="3931920" cy="2974362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0" y="521464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HL 細節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6　深入檢查：檢查視窗與機台分析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 檢查視窗：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Y／X 任選欄位、分組下拉、條件膠囊；上圖相關、下圖共振 trend（z 分數）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機台列的 🔍：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機台分析視窗：run 貨比例、每週 run 貨、各機台 box plot＋K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缺資料：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「＋ 匯入資料補進」或上方「＋ 連結資料」，以 wafer id 自動合併，視窗自動重開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5577840" cy="33312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194560"/>
            <a:ext cx="5577840" cy="333121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57149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檢查視窗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94560"/>
            <a:ext cx="5577840" cy="333121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2194560"/>
            <a:ext cx="5577840" cy="333121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09360" y="557149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機台分析視窗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機台欄名帶層別時優先掃同層（Con_TM2 → TM2 的 CMP／etch 機台）；只有別層機台時會寫「本層機台資料未提供」，請連結該站點的機台履歷。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6（續）　Trend 矩陣、Correlation、知識庫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Trend 矩陣：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 item × 組；X 軸預設 wafer 順序，可改排序欄或欄位值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Correlation：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自動配對（異常優先）；右側可自選 X／Y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知識庫：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Condition 列的「知識庫建議」開關預設關；開啟後建議檢查加入物理機制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3657600" cy="218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194560"/>
            <a:ext cx="3657600" cy="218440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42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Trend 矩陣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94560"/>
            <a:ext cx="3657600" cy="218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43400" y="2194560"/>
            <a:ext cx="3657600" cy="218440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343400" y="442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Correlation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194560"/>
            <a:ext cx="3657600" cy="21844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138160" y="2194560"/>
            <a:ext cx="3657600" cy="218440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38160" y="442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" y="48188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86384" y="475488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浮動視窗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點任何圖都開浮動視窗：拖標題列移動、拉右下角縮放、⤢ 最大化、Esc 關閉最上層；可同時開多個比對。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09360" y="48188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547104" y="475488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模組切換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 WAT／Inline／Yield 按鈕切換模組；每個模組有自己的點燈表、HL 與門檻。沒有該類 item 時按鈕反灰。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7　匯出：PPT、HTML、PDF、結論文字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 PPT：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封面 → 點燈表 → HL 總表 → HL 細節 → 總覽 trend（異常 2×2、綠燈 3×3）→ 結論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；「HL 細節」下拉選自動／只橘燈／全部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 HTML：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單一檔案、圖嵌成 PNG、可直接寄送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複製結論：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純文字貼到 mail／chat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；列印／PDF 用瀏覽器列印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342" y="2103120"/>
            <a:ext cx="10866268" cy="777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1342" y="2103120"/>
            <a:ext cx="10866268" cy="77724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9260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上方功能列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76" y="3200400"/>
            <a:ext cx="5528767" cy="31089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3176" y="3200400"/>
            <a:ext cx="5528767" cy="31089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63550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PPT：HL 細節頁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896" y="3200400"/>
            <a:ext cx="5528767" cy="31089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333896" y="3200400"/>
            <a:ext cx="5528767" cy="31089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09360" y="63550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PPT：總覽 trend 2×2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補充　連結第二份資料：機台履歷、inline、yield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上方「＋ 連結資料」或檢查視窗「＋ 匯入資料補進」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wafer id 自動對應（UAB123-01 ↔ UAB123.01）；長表自動轉寬表；多列自動壓成每片一列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配對率顯示在設定頁「連結檔」；低於 50% 會提示；可隨時「移除」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577840" cy="3291840"/>
          </a:xfrm>
          <a:prstGeom prst="rect">
            <a:avLst/>
          </a:prstGeom>
          <a:solidFill>
            <a:srgbClr val="F7F7F7"/>
          </a:solidFill>
          <a:ln w="12700">
            <a:solidFill>
              <a:srgbClr val="80808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【截圖：請補：連結資料後的設定頁】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577840" cy="3291840"/>
          </a:xfrm>
          <a:prstGeom prst="rect">
            <a:avLst/>
          </a:prstGeom>
          <a:solidFill>
            <a:srgbClr val="F7F7F7"/>
          </a:solidFill>
          <a:ln w="12700">
            <a:solidFill>
              <a:srgbClr val="80808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309360" y="210312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【截圖：請補：檢查視窗匯入後自動重開】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建議順序：主檔（WAT 或 inline）→ 連結機台履歷 → 連結另一模組的資料。連結後 K 值不變，只多出可對照的欄位。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常見狀況與處理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4142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狀況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原因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格子是灰色「—」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CIP 或 BSL 沒有資料、BSL σ = 0、樣本不足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資料品質列會寫原因；補資料或換分組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 顯示 &gt;+10σ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多半是單位不同（×1000）或小數 vs 百分比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前處理分頁一鍵換算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wafer 數比預期多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同一 wafer id 多列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前處理 → 重複的 wafer → 取平均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HL 的 CIP 少於 5 片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樣本太少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細節頁會標 ⚠；結論保守看待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建議檢查寫「本層機台資料未提供」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只有別層的機台欄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連結該站點的機台履歷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期間沒顯示、trend 只能依 wafer id 排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日期欄沒被辨識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設定頁第 3 區塊指定日期欄；格式見步驟 2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匯出 PPT 失敗（lite 版）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沒有網路、程式庫沒載入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改用完整版 BEOL_Report.html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建議檢查裡沒有 inline／yield 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資料裡沒有同層 inline 或 yield 欄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連結 inline／yield 檔；或接受「缺資料」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分析戰報 操作 SOP</dc:title>
  <dc:subject>PptxGenJS Presentation</dc:subject>
  <dc:creator>PptxGenJS</dc:creator>
  <cp:lastModifiedBy>PptxGenJS</cp:lastModifiedBy>
  <cp:revision>1</cp:revision>
  <dcterms:created xsi:type="dcterms:W3CDTF">2026-10-18T18:28:41Z</dcterms:created>
  <dcterms:modified xsi:type="dcterms:W3CDTF">2026-10-18T18:28:41Z</dcterms:modified>
</cp:coreProperties>
</file>