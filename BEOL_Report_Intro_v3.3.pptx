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 分析戰報　系統介紹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v3.3　｜　BSL vs CIP 的 WAT／Inline／Yield 自動判定與戰報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HTML、離線、資料不離開電腦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2026-10-19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要解決的問題：例行報表是「人看圖、人下結論」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例行報表：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item 一張 trend、一張 box plot，工程師逐張翻，再手寫 summary；跨來源要自己開另一份檔；PPT 數字手抄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戰報：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判定先於圖、跨來源自動對照、三種輸出同一份結論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76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判定先於圖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51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點燈表、HL 排序、「偏移＋有沒有對上」一次算完；圖是佐證不是起點。144 格獨立複算零誤差。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56616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176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跨來源自動對照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651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同層／鄰層 inline、yield、機台 commonality 在同一個 wafer id 上接起來；🔍 一鍵看相關與共振 trend，缺的資料可補進重算。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6616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176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三種輸出同一份結論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651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網頁、PPT、純文字由同一個結果物件產生；燈號計數四處一致，數字不會手抄錯。</a:t>
            </a:r>
            <a:endParaRPr lang="en-US" sz="11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563" y="4297680"/>
            <a:ext cx="3368394" cy="20116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67563" y="4297680"/>
            <a:ext cx="3368394" cy="20116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6355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戰報總覽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297680"/>
            <a:ext cx="3566160" cy="200533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937760" y="4297680"/>
            <a:ext cx="3566160" cy="2005338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937760" y="634873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 PPT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8686800" y="4297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使用者只提供資料；欄名任意、缺欄位不阻擋；所有判定規則可在介面上改。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系統架構：單一 HTML，四個模組，資料留在瀏覽器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BEOL_Report.html =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importer（讀檔、型別、長表轉寬表）＋ engine（計算、交叉比對）＋ rules（知識庫）＋ app（介面、PPT）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程式庫（SheetJS、Plotly、PptxGenJS）內嵌；lite 版改從 cdn 載入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make_BEOL_Analysis.py：單一 Python 檔，內含整個專案（lzma＋base64），執行即展開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5176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Excel／CSV → 表格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欄位型別、日期格式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 site → by wafer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長表 → 寬表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5176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8346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K-shift／倍數／異常率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變異 σ 倍數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前處理掃描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commonality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findings 排序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5176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8346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欄名 → 類別、層別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同層／鄰層配對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診斷文字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知識庫（基礎層＋fab 層）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52560" y="2286000"/>
            <a:ext cx="265176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F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8346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設定、前處理、戰報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浮動視窗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檢查視窗／機台分析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HTML／PPT／文字輸出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017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493776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資料流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 → dsRaw → 依粒度（by wafer mean）→ 前處理（重複 → 單位 → 排除）→ ds → compute（cells、findings、cnt）→ 戰報／PPT／文字。改設定、改門檻、改前處理都從 ds 重算，所有輸出同步。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分析流程：從匯入到 HL 的六個階段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581912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115568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匯入與自動設定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30552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5819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1115568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前處理預警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32504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52544" y="1005840"/>
            <a:ext cx="1581912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6227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1115568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每格計算 K／倍數／異常率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34456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4496" y="1005840"/>
            <a:ext cx="15819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1115568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交叉比對 inline／鄰層／機台／yield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36408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56448" y="1005840"/>
            <a:ext cx="1581912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66176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613648" y="1115568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HL 排序與建議檢查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58400" y="1005840"/>
            <a:ext cx="15819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6812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0" y="1115568"/>
            <a:ext cx="1033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戰報／PPT／文字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2585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" y="219456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每格（item × 組 × CIP）算什麼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5669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Rs／Rc／CD／THK／Yield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 = (CIP mean − BSL mean) / BSL 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 ≤ 1σ、黃 1–1.5σ、橘 &gt; 1.5σ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LK（漏電）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median 倍數（log 軸）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 ≤ ×2、橘 &gt; ×5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SPA（固定值）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異常率差（%pt）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 ≤ 2、橘 &gt; 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變異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W2W σ 倍數、片內 σ 倍數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 ≤ ×1.3、橘 &gt; ×1.6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583680" y="22585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21424" y="219456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交叉比對怎麼判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583680" y="25603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同層／鄰層 inline：該 item 在 CIP 有偏移（K）且 wafer 間有關聯（r）→ ✔ 有關聯；只偏移沒關聯 → △；沒偏移 → ✘；沒資料 → ○。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機台：Kruskal–Wallis 跨機台＋BH 校正；每台的 K；CIP 走的機台沒有 BSL 可對照 → 混淆，不下結論；欄名層別優先同層。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yield：同組 yield／bin 是否同向偏移。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HL 排序：橘在前，再依偏移量；同 item 同組的均值與變異合成一個 HL。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4846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相關係數 r 只用於判定，不出現在戰報、PPT、結論文字；檢查視窗才看得到。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數據前處理：系統預警，使用者確認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讓正確的數學不要算在錯的資料上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——單位、重複、量測下限這三件事在跨 fab 資料最常發生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3566160"/>
                <a:gridCol w="17647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疑似單位不同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CIP／BSL median 比例落在 10 的整數次方附近，或 |K| &gt; 20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一鍵「CIP 值 ×0.001」換算，只動該 CIP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不自動換算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重複的 wafer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 wafer id 多列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保留全部／取平均／保留第一列／全部移除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保留全部（當成不同片）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極端離群值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同組同條件內 |修正 z| &gt; 6（MAD；fold 類取 log）；尾端成群不列入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勾選移除（只清該 item 值）；圖上可點選、框選；可還原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不移除；K-shift 仍用平均值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391" y="3840480"/>
            <a:ext cx="4133939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56391" y="3840480"/>
            <a:ext cx="4133939" cy="24688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6355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前處理分頁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38404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戰報頁頂端橫幅顯示待確認數；處理後整份戰報重算。設定頁改了 item，前處理也會重掃。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輸出：網頁、PPT、HTML、純文字，同一份結論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PPT 公版（docs/PPT_STYLE.md）：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紅色標題只寫 item＋偏移；摘要列數字藍字（+2.33σ（80pcs））；藍色 ☐ 區塊；每張圖配 K 小表；頁尾只有頁碼；結論頁收尾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頁序：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封面 → 點燈表 → HL 總表 → HL 細節 → 總覽 trend（異常 2×2、綠燈 3×3 附錄）→ 結論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76" y="2011680"/>
            <a:ext cx="5528767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3176" y="2011680"/>
            <a:ext cx="5528767" cy="31089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1663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HL 細節頁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896" y="2011680"/>
            <a:ext cx="5528767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33896" y="2011680"/>
            <a:ext cx="5528767" cy="31089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51663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 trend 2×2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HTML：單一檔、圖嵌成 PNG、可寄送。　純文字：結論與建議檢查，貼 mail／chat。　列印：瀏覽器列印成 PDF。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驗證與品質：三角色內審＋自動測試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三角色：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開發／製程整合主管　B 使用者模擬（每版 1–2 份新模擬資料）　C 使用者體驗（B 視角＋管理者視角）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每版記錄在 docs/REVIEW_LOG.xlsx：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發現、分類、嚴重度、處置、狀態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517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自動化測試（主測試 97＋變體 67）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517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/ 144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獨立複算格數全部一致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517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模擬資料集（含 I_trap、J_fabrun）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2011680"/>
            <a:ext cx="26517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內審發現已處置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301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56616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模擬資料怎麼設計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  <a:gridCol w="3410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抓到的問題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WAT_FAB_compare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 fab、四組、埋入 Rc／LK／SPA／Con 異常與機台原因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主測試基準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H_longnames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長欄名、range 欄、鄰層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其他類別、鄰層措辭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I_trap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片 CIP、LK 含 0、σ=0、重複 wafer、文字欄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前處理三項、判準一致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J_fabrun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 fab 不同 run 貨型態、單位 ×1000、日期兩種格式、機台混淆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單位、日期、混淆判定、campaign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版本沿革與下一步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303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版本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v2.8–2.9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單一建議檢查清單＋檢查視窗、匯入資料補進、PPT HL 總表、現象措辭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v3.0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知識庫建議開關（預設關）、不顯示 r、介面精簡、工程筆記風格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v3.1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機台列 🔍 修正、檢查視窗自訂分組／條件、trend X 軸 wafer 順序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v3.2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前處理分頁（單位／重複／極端值）、灰格 ○、機台混淆針對 CIP、HL 合併、多種日期格式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v3.3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PPT 公版、機台欄層別、圖表可讀性、產品內無說明文字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0698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52944" y="100584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下一步（依效益）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137160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從哪一週開始、哪幾個 lot：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CUSUM／變化點、依 lot 分波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證據等級：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N、期間、混淆、關聯合成充分／部分／不足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時間對齊 BSL：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只取 CIP run 期間 ±N 週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 上次戰報：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新亮燈／已消失／持續</a:t>
            </a:r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附錄頁 2×3、結論頁「各 HL 第一個待查」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39959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" y="3931920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檔案與交付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BEOL_Analysis\　BEOL_Report.html（完整）、BEOL_Report_lite.html、make_BEOL_Analysis.py（產生器）、src\、tests\、docs\（BEOL_REPORT.md、PPT_STYLE.md、REVIEW_LOG.xlsx、REFERENCES.xlsx）、sample_data\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GitHub：zwcweichen/Data-analysis-tool（git bundle 隨每版交付）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分析戰報 系統介紹</dc:title>
  <dc:subject>PptxGenJS Presentation</dc:subject>
  <dc:creator>PptxGenJS</dc:creator>
  <cp:lastModifiedBy>PptxGenJS</cp:lastModifiedBy>
  <cp:revision>1</cp:revision>
  <dcterms:created xsi:type="dcterms:W3CDTF">2026-10-18T18:28:41Z</dcterms:created>
  <dcterms:modified xsi:type="dcterms:W3CDTF">2026-10-18T18:28:41Z</dcterms:modified>
</cp:coreProperties>
</file>